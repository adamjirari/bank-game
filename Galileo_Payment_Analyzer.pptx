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2978"/>
                </a:solidFill>
                <a:latin typeface="Calibri"/>
              </a:rPr>
              <a:t>Galileo Payment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202020"/>
                </a:solidFill>
                <a:latin typeface="Calibri"/>
              </a:rPr>
              <a:t>An AI-Powered Payment Repair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55555"/>
                </a:solidFill>
                <a:latin typeface="Calibri"/>
              </a:rPr>
              <a:t>Built for High Value Payments  |  Deutsche Bank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08960"/>
            <a:ext cx="2286000" cy="508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What We Built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A web app that helps analysts repair fatal payment messages using AI</a:t>
            </a:r>
          </a:p>
          <a:p>
            <a:pPr algn="l">
              <a:spcAft>
                <a:spcPts val="54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Two modes inside one tool:</a:t>
            </a:r>
          </a:p>
          <a:p>
            <a:pPr algn="l" lvl="1">
              <a:spcAft>
                <a:spcPts val="54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  -  Chat Mode  -  ask the AI about a payment message</a:t>
            </a:r>
          </a:p>
          <a:p>
            <a:pPr algn="l" lvl="1">
              <a:spcAft>
                <a:spcPts val="54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  -  Repair Mode  -  auto-correct and show the diff</a:t>
            </a:r>
          </a:p>
          <a:p>
            <a:pPr algn="l">
              <a:spcAft>
                <a:spcPts val="54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Built as a static website (HTML, CSS, JavaScript)</a:t>
            </a:r>
          </a:p>
          <a:p>
            <a:pPr algn="l">
              <a:spcAft>
                <a:spcPts val="54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Runs in the browser, calls Deutsche Bank's Vertex AI endpoint</a:t>
            </a:r>
          </a:p>
        </p:txBody>
      </p:sp>
      <p:pic>
        <p:nvPicPr>
          <p:cNvPr id="5" name="Picture 4" descr="01_home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88820"/>
            <a:ext cx="5760720" cy="370332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26480" y="61722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  <a:latin typeface="Calibri"/>
              </a:rPr>
              <a:t>Home view  -  Chat Mode tab 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How AI Endpoints Work (in general)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An AI endpoint is just a web URL you can send a request to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You POST a JSON request with three main parts:</a:t>
            </a:r>
          </a:p>
          <a:p>
            <a:pPr algn="l" lvl="1">
              <a:spcAft>
                <a:spcPts val="810"/>
              </a:spcAft>
            </a:pPr>
            <a:r>
              <a:rPr sz="1700">
                <a:solidFill>
                  <a:srgbClr val="555555"/>
                </a:solidFill>
                <a:latin typeface="Calibri"/>
              </a:rPr>
              <a:t>  -  prompt  -  the text/data you want the AI to look at</a:t>
            </a:r>
          </a:p>
          <a:p>
            <a:pPr algn="l" lvl="1">
              <a:spcAft>
                <a:spcPts val="810"/>
              </a:spcAft>
            </a:pPr>
            <a:r>
              <a:rPr sz="1700">
                <a:solidFill>
                  <a:srgbClr val="555555"/>
                </a:solidFill>
                <a:latin typeface="Calibri"/>
              </a:rPr>
              <a:t>  -  system_instruction  -  the role/task you want the AI to perform</a:t>
            </a:r>
          </a:p>
          <a:p>
            <a:pPr algn="l" lvl="1">
              <a:spcAft>
                <a:spcPts val="810"/>
              </a:spcAft>
            </a:pPr>
            <a:r>
              <a:rPr sz="1700">
                <a:solidFill>
                  <a:srgbClr val="555555"/>
                </a:solidFill>
                <a:latin typeface="Calibri"/>
              </a:rPr>
              <a:t>  -  temperature  -  how creative vs. deterministic (0 = strict, 1 = creative)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The endpoint returns a JSON response with the AI's text reply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Authentication is handled with a bearer token in the request header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Same pattern works for OpenAI, Anthropic Claude, Google Gemini, etc.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How We Are Using Gemini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Deutsche Bank hosts Gemini through Google Vertex AI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We call the endpoint directly from the browser with a bearer token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Every action sends the same JSON request shape:</a:t>
            </a:r>
          </a:p>
          <a:p>
            <a:pPr algn="l" lvl="1">
              <a:spcAft>
                <a:spcPts val="54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{ "prompt": "...", "temperature": 0.20, "system_instruction": "..." }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What changes between actions is the system_instruction:</a:t>
            </a:r>
          </a:p>
          <a:p>
            <a:pPr algn="l" lvl="1">
              <a:spcAft>
                <a:spcPts val="54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Chat Mode uses a payments-analyst persona</a:t>
            </a:r>
          </a:p>
          <a:p>
            <a:pPr algn="l" lvl="1">
              <a:spcAft>
                <a:spcPts val="54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Repair Mode uses a strict repair-engine persona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Temperature set low (0.2) for repair so output is predictable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All processing stays inside Deutsche Bank's Gemini tenant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Why This Helps Payment Operators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Today, fatal payments are repaired manually  -  slow and SLA-critical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The tool gives operators a head start on every repair:</a:t>
            </a:r>
          </a:p>
          <a:p>
            <a:pPr algn="l" lvl="1">
              <a:spcAft>
                <a:spcPts val="810"/>
              </a:spcAft>
            </a:pPr>
            <a:r>
              <a:rPr sz="1700">
                <a:solidFill>
                  <a:srgbClr val="555555"/>
                </a:solidFill>
                <a:latin typeface="Calibri"/>
              </a:rPr>
              <a:t>  -  Suggests the fix instantly instead of hunting through XML</a:t>
            </a:r>
          </a:p>
          <a:p>
            <a:pPr algn="l" lvl="1">
              <a:spcAft>
                <a:spcPts val="810"/>
              </a:spcAft>
            </a:pPr>
            <a:r>
              <a:rPr sz="1700">
                <a:solidFill>
                  <a:srgbClr val="555555"/>
                </a:solidFill>
                <a:latin typeface="Calibri"/>
              </a:rPr>
              <a:t>  -  Shows a clear before/after diff so the operator can verify</a:t>
            </a:r>
          </a:p>
          <a:p>
            <a:pPr algn="l" lvl="1">
              <a:spcAft>
                <a:spcPts val="810"/>
              </a:spcAft>
            </a:pPr>
            <a:r>
              <a:rPr sz="1700">
                <a:solidFill>
                  <a:srgbClr val="555555"/>
                </a:solidFill>
                <a:latin typeface="Calibri"/>
              </a:rPr>
              <a:t>  -  Explains WHY a change was made, in plain payments language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Less time per repair = fewer SLA misses, less rework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Acts as a knowledge tool  -  juniors learn from the AI's reasoning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Operator stays in control  -  the AI suggests, the human approves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Example  -  Loading a Broken Payment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repair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760" y="1554480"/>
            <a:ext cx="7112000" cy="4572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  <a:latin typeface="Calibri"/>
              </a:rPr>
              <a:t>Repair Mode  -  PACS.008 payment pasted in.  Note the invalid currency code Ccy="EU" in the XML.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Example  -  AI Repair Result (Diff View)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diff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760" y="1554480"/>
            <a:ext cx="7112000" cy="4572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  <a:latin typeface="Calibri"/>
              </a:rPr>
              <a:t>Red line = original (Ccy="EU").  Green line = AI-corrected (Ccy="EUR").  Everything else is preserved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Example  -  Four Eye Check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four_ey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760" y="1554480"/>
            <a:ext cx="7112000" cy="4572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  <a:latin typeface="Calibri"/>
              </a:rPr>
              <a:t>An independent AI pass confirms the repair  -  92% confidence, no additional changes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Example  -  Explain It To 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expla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760" y="1554480"/>
            <a:ext cx="7112000" cy="4572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  <a:latin typeface="Calibri"/>
              </a:rPr>
              <a:t>The AI explains the change in plain payments language so the operator understands why it was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Features  -  Repair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4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Paste any payment message  -  PACS, CAMT, MT, etc.</a:t>
            </a:r>
          </a:p>
          <a:p>
            <a:pPr algn="l">
              <a:spcAft>
                <a:spcPts val="504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Normalize step  -  AI cleans up formatting first so the diff is honest</a:t>
            </a:r>
          </a:p>
          <a:p>
            <a:pPr algn="l">
              <a:spcAft>
                <a:spcPts val="504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Repair step  -  AI returns the corrected payment message</a:t>
            </a:r>
          </a:p>
          <a:p>
            <a:pPr algn="l">
              <a:spcAft>
                <a:spcPts val="504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GitHub-style red/green diff so changes are obvious</a:t>
            </a:r>
          </a:p>
          <a:p>
            <a:pPr algn="l">
              <a:spcAft>
                <a:spcPts val="504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Copy button  -  one click to grab the repaired message</a:t>
            </a:r>
          </a:p>
          <a:p>
            <a:pPr algn="l">
              <a:spcAft>
                <a:spcPts val="504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"Explain it to me" button  -  AI explains every change in plain English</a:t>
            </a:r>
          </a:p>
          <a:p>
            <a:pPr algn="l">
              <a:spcAft>
                <a:spcPts val="504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"Four Eye Check" button  -  independent AI review with a confidence score</a:t>
            </a:r>
          </a:p>
          <a:p>
            <a:pPr algn="l" lvl="1">
              <a:spcAft>
                <a:spcPts val="504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Green badge &gt;= 80%, amber 50-79%, red below 50%</a:t>
            </a:r>
          </a:p>
          <a:p>
            <a:pPr algn="l" lvl="1">
              <a:spcAft>
                <a:spcPts val="504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Also lists any additional changes still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Features  -  Chat Mode +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Chat Mode for back-and-forth conversation about a payment</a:t>
            </a:r>
          </a:p>
          <a:p>
            <a:pPr algn="l" lvl="1">
              <a:spcAft>
                <a:spcPts val="54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  -  Up to 50 follow-up messages with full context preserved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Editable Payment Formats  -  PACS.008, PACS.004, CAMT.053, MT103, etc.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Editable System Instructions per format  -  ops can tune prompts without code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Editable Repair Prompt Template  -  shared across all formats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Temperature slider  -  synced between Chat and Repair modes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Settings panel  -  endpoint URL + bearer token saved in localStorage</a:t>
            </a:r>
          </a:p>
          <a:p>
            <a:pPr algn="l">
              <a:spcAft>
                <a:spcPts val="540"/>
              </a:spcAft>
            </a:pPr>
            <a:r>
              <a:rPr sz="1800">
                <a:solidFill>
                  <a:srgbClr val="202020"/>
                </a:solidFill>
                <a:latin typeface="Calibri"/>
              </a:rPr>
              <a:t>•  Nothing leaves the browser except calls to Vertex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E2978"/>
                </a:solidFill>
                <a:latin typeface="Calibri"/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1E2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We built a working proof-of-concept payment repair assistant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Thin, transparent layer on top of Deutsche Bank's hosted Gemini AI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Operators get instant AI suggestions, a verifiable diff, and a four-eye check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All controls (prompts, temperature, formats) editable by ops  -  no code release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Easy to deploy: static site, no backend, no new infrastructure</a:t>
            </a:r>
          </a:p>
          <a:p>
            <a:pPr algn="l">
              <a:spcAft>
                <a:spcPts val="81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 Next step: pilot with HVP operators on real (shadow) repair queues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555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